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DeepAir-Dhaka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PM2.5 Forecasting for Dhaka City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246888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</a:rPr>
              <a:t>R = 0.9729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Pearson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Correlation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3383280"/>
            <a:ext cx="246888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42"/>
                </a:solidFill>
              </a:rPr>
              <a:t>3.39 µg/m³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Mean Absolute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Error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383280"/>
            <a:ext cx="246888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FF"/>
                </a:solidFill>
              </a:rPr>
              <a:t>96.9%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Within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±10 µg/m³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3383280"/>
            <a:ext cx="246888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</a:rPr>
              <a:t>38,304h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Machine Learning Laboratory  |  BUP CSE  |  Group 3, Section 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Abdullah Al Galib  ·  Md. Refayatul Islam  ·  Paromita Chanda  ·  Meghla Akter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Submitted to: Iyolita Islam &amp; Rumana Yasmin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FF4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88"/>
                </a:solidFill>
              </a:rPr>
              <a:t>Sparse Sensors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Dhaka has only 9 official sensors for 22 million people. Most neighborhoods have zero readings.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02920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</a:rPr>
              <a:t>City-Average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Existing apps show ONE number for the whole city. Farmgate at 200 µg/m³ and Ramna Park at 30 µg/m³ become '115 µg/m³ average.'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5029200" cy="137160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FF"/>
                </a:solidFill>
              </a:rPr>
              <a:t>No Spatial Forecast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Current models predict WHEN pollution rises but not WHERE it spreads — useless for evacuation or urban planning.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486400" cy="512064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</a:rPr>
              <a:t>Our Solution: DeepAir-Dhaka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1645920"/>
            <a:ext cx="54864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9 stations → 1,024 virtual sensors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IDW interpolation fills every 1 km² cell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2514600"/>
            <a:ext cx="54864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</a:rPr>
              <a:t>32×32 heatmap every hour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Model predicts a full spatial MAP, not a number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383280"/>
            <a:ext cx="54864" cy="68580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F"/>
                </a:solidFill>
              </a:rPr>
              <a:t>24-channel physics-aware tensor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Weather + geography + time all encoded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4251960"/>
            <a:ext cx="54864" cy="685800"/>
          </a:xfrm>
          <a:prstGeom prst="rect">
            <a:avLst/>
          </a:prstGeom>
          <a:solidFill>
            <a:srgbClr val="FF4488"/>
          </a:solidFill>
          <a:ln w="12700">
            <a:solidFill>
              <a:srgbClr val="FF4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88"/>
                </a:solidFill>
              </a:rPr>
              <a:t>ConvLSTM + Attention Gate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Learns WHERE and WHEN pollution moves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5120640"/>
            <a:ext cx="54864" cy="6858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24h + 7-day autoregressive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Forecasts that compound forward in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What We Actually Built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11430000" cy="557784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200400"/>
                <a:gridCol w="393192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Proposal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00"/>
                          </a:solidFill>
                        </a:rPr>
                        <a:t>How Much Better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Sensors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3–4 CAMS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9 CAMS stations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2–3× more data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Grid 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10×10 = 100 cells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32×32 = 1,024 cells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10× more virtual sensors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Date Range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2023–2025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Jan 2022 – May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4.3 years of data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Features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PM2.5 + weather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24 channels incl. OSM maps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Road/river/industry layers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Basic ConvLSTM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ConvLSTM + Attention Gate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Focused on hotspots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Loss Function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RMSE 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Weighted Huber (3× spikes)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Dangerous events learned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24h heatmap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24h + 7-day autoregressive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Week-long forecast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FF"/>
                          </a:solidFill>
                        </a:rPr>
                        <a:t>Evaluation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Not specified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F"/>
                          </a:solidFill>
                        </a:rPr>
                        <a:t>R=0.9729, MAE=3.39, RMSE=4.07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96.9% within ±10 µg/m³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Result 1: How Accurate Is the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</a:rPr>
              <a:t>Predicted vs Actual PM2.5 across the entire validation set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943600" cy="5577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521208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2618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</a:rPr>
              <a:t>R = 0.9729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720840" y="1719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97.3% of variance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explained by model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2514600"/>
            <a:ext cx="521208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2587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42"/>
                </a:solidFill>
              </a:rPr>
              <a:t>MAE = 2.33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720840" y="3044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Average error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2.33 µg/m³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3840480"/>
            <a:ext cx="521208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59FF"/>
                </a:solidFill>
              </a:rPr>
              <a:t>RMSE = 4.07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720840" y="43708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Penalises large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errors more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5166360"/>
            <a:ext cx="521208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5239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</a:rPr>
              <a:t>96.9%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720840" y="5696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Predictions within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</a:rPr>
              <a:t>±10 µg/m³ of truth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6400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Perfect prediction = dots ON the dashed line. Our dots form a tight band along it — even at extreme values (200+ µg/m³).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Result 2: Are Errors Unbiased?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</a:rPr>
              <a:t>Error Distribution — does the model systematically over or under-predict?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7772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097280"/>
            <a:ext cx="3383280" cy="146304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4964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Mean Bias = −0.43 µg/m³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9640" y="1600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Essentially ZERO. The model is not systematically wrong in any direction.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12480" y="2788920"/>
            <a:ext cx="3383280" cy="146304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4964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</a:rPr>
              <a:t>std = 4.05 µg/m³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9640" y="3291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68% of predictions are within ±4 µg/m³ of the truth.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12480" y="4480560"/>
            <a:ext cx="3383280" cy="146304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49640" y="4572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F"/>
                </a:solidFill>
              </a:rPr>
              <a:t>Symmetric bell shape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49640" y="4983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Equal chance of over- and under-predicting — the gold standard.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5349240"/>
            <a:ext cx="11430000" cy="54864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</a:rPr>
              <a:t>What to say to teacher: The spike is TALL and NARROW and centred on zero. This means the model makes small, balanced mistakes — not big systematic ones.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Result 3: Does It Work at Every Station?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59FF"/>
                </a:solidFill>
              </a:rPr>
              <a:t>7-day actual vs predicted at all 9 CAMS stations — the red dashed line follows the cyan line almost perfectly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1161288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</a:rPr>
              <a:t>Station MAE ranges: BUET 3.4 — NagarBhaban 3.6 — Gazipur 4.0 — Tongi 5.4 (hardest: erratic industrial emissions)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4488"/>
          </a:solidFill>
          <a:ln w="12700">
            <a:solidFill>
              <a:srgbClr val="FF4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Result 4: Spatial Patterns &amp; Seasonal Cycles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9436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43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Peak (Jul 23, 137.7 µg/m³) vs Clean (Aug 21, 5.1 µg/m³)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Model captures 27× pollution ratio between worst and best days.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57784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3434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Jan median ~125 µg/m³ vs Jul median ~15 µg/m³ — 8× seasonal swing.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Caused by brick kiln season (Oct–Apr) + winter temperature inversions.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0"/>
            <a:ext cx="116128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Result 5: Training Behaviour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Loss and MAE across 50 epochs — shows the model learned progressively and stably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7772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188720"/>
            <a:ext cx="347472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1252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Epochs 1–5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58200" y="1618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Rapid learning: MAE drops from 14 → 5.5 µg/m³. Model learns basic patterns.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321040" y="2423160"/>
            <a:ext cx="347472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20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</a:rPr>
              <a:t>Epochs 13,18,24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2852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LR reductions squeeze out more gains each time the model plateaus.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21040" y="3657600"/>
            <a:ext cx="347472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5820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F"/>
                </a:solidFill>
              </a:rPr>
              <a:t>Epoch 38–42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58200" y="40873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Final improvements: 3.39 µg/m³ achieved with LR = 1.56×10⁻⁶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21040" y="4892040"/>
            <a:ext cx="3474720" cy="1097280"/>
          </a:xfrm>
          <a:prstGeom prst="rect">
            <a:avLst/>
          </a:prstGeom>
          <a:solidFill>
            <a:srgbClr val="12122A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58200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Best: Epoch 49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3218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</a:rPr>
              <a:t>EarlyStopping restores this checkpoint automatically.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</a:rPr>
              <a:t>No overfitting: Train and Val curves stay close throughout. The model generalises to unseen data.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Our Deliverables: The Trained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94960" cy="502920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DeepAir_Dhaka_Final.keras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28 MB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What it is: </a:t>
            </a:r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Your trained model brain. Contains all 1,397,186 weights learned over 50 epochs.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What it does: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Takes any 24-hour sequence of Dhaka sensor data → outputs a PM2.5 heatmap.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How to use it: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tf.keras.models.load_model('DeepAir_Dhaka_Final.keras')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 = model.predict(input_window)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Why it matters: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Anyone can use this model without re-training. Just load and predict.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914400"/>
            <a:ext cx="5394960" cy="502920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normalization_stats.npy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&lt; 1 KB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What it is: </a:t>
            </a:r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The mean and standard deviation of every channel, computed from training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Why needed: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The model was trained on normalized data (not raw µg/m³). You must normalize inputs the same way before predicting, then multiply back.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How to use it: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= np.load('normalization_stats.npy', allow_pickle=True).item()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norm_input = (raw_input - stats['means']) / stats['stds']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raw_output = pred * stats['stds'][0] + stats['means'][0]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Analogy: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Like a ruler's scale. Without it, the model's output is a meaningless number.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Together = a complete deployable air quality forecasting system for Dhaka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28016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0FF"/>
                </a:solidFill>
              </a:rPr>
              <a:t>"We moved Dhaka's air quality monitoring from a single city-average number to a neighborhood-level heatmap updated every hour — predicting the next 24 hours with 97% correlation."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06040" cy="2560320"/>
          </a:xfrm>
          <a:prstGeom prst="rect">
            <a:avLst/>
          </a:prstGeom>
          <a:solidFill>
            <a:srgbClr val="12122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All 3 Objectives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Achieved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IDW grid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ConvLSTM model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24h heatmap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23160"/>
            <a:ext cx="2606040" cy="2560320"/>
          </a:xfrm>
          <a:prstGeom prst="rect">
            <a:avLst/>
          </a:prstGeom>
          <a:solidFill>
            <a:srgbClr val="12122A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</a:rPr>
              <a:t>Exceeded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</a:rPr>
              <a:t>Every Target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32×32 not 10×10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9 sensors not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7-day not just 24h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2606040" cy="2560320"/>
          </a:xfrm>
          <a:prstGeom prst="rect">
            <a:avLst/>
          </a:prstGeom>
          <a:solidFill>
            <a:srgbClr val="12122A"/>
          </a:solidFill>
          <a:ln w="25400">
            <a:solidFill>
              <a:srgbClr val="9B59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59FF"/>
                </a:solidFill>
              </a:rPr>
              <a:t>Production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9B59FF"/>
                </a:solidFill>
              </a:rPr>
              <a:t>Ready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3375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.keras model loads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in 2 lines of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Anywhere, anytime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2423160"/>
            <a:ext cx="2606040" cy="2560320"/>
          </a:xfrm>
          <a:prstGeom prst="rect">
            <a:avLst/>
          </a:prstGeom>
          <a:solidFill>
            <a:srgbClr val="12122A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AI for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Social Good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33375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Scalable to 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city with sparse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0FF"/>
                </a:solidFill>
              </a:rPr>
              <a:t>sensor networks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166360"/>
            <a:ext cx="11430000" cy="1417320"/>
          </a:xfrm>
          <a:prstGeom prst="rect">
            <a:avLst/>
          </a:prstGeom>
          <a:solidFill>
            <a:srgbClr val="12122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AA"/>
                </a:solidFill>
              </a:rPr>
              <a:t>Future Work: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Real-time live sensor feed  ·  Source attribution (which factory is responsible?)  ·  Public web dashboard  ·  Extend to Chittagong &amp; Sylhet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DeepAir-Dhaka: Results Presentation</dc:title>
  <dc:subject>PptxGenJS Presentation</dc:subject>
  <dc:creator>PptxGenJS</dc:creator>
  <cp:lastModifiedBy>PptxGenJS</cp:lastModifiedBy>
  <cp:revision>1</cp:revision>
  <dcterms:created xsi:type="dcterms:W3CDTF">2026-05-17T13:56:53Z</dcterms:created>
  <dcterms:modified xsi:type="dcterms:W3CDTF">2026-05-17T13:56:53Z</dcterms:modified>
</cp:coreProperties>
</file>